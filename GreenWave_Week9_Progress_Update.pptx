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840480"/>
            <a:ext cx="3657600" cy="36576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GreenWave Networks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Trust, Privacy, and the Ethics of AI-Native 6G Services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Progress Update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Manraj Rai   ·   Sepehr Sheikholeslami   ·   Carline Gu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Topic Recap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12064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5727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GreenWave Networks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8680" y="224028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Manraj Rai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     @manrajrai50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Sepehr Sheikholeslami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Privacy Risks     @SEPEHRIOUS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Carline Gu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Lit. Review: Consumer Trust &amp; Proposed Approach     @carlineGu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280160"/>
            <a:ext cx="5669280" cy="384048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12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63640" y="2057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Trust, Privacy, and the Ethics of AI-Native 6G Services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263640" y="329184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6G networks will collect vast amounts of behavioral and telemetry data to power smart cities, autonomous transport, and mobile health — raising urgent questions about data misuse, algorithmic bias, and user privacy.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So Far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514600" y="2240280"/>
            <a:ext cx="246888" cy="0"/>
          </a:xfrm>
          <a:prstGeom prst="line">
            <a:avLst/>
          </a:prstGeom>
          <a:noFill/>
          <a:ln w="25400">
            <a:solidFill>
              <a:srgbClr val="C9DE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1308" y="198424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2130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Formed group, created repo, submitted proposal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6008" y="2240280"/>
            <a:ext cx="246888" cy="0"/>
          </a:xfrm>
          <a:prstGeom prst="line">
            <a:avLst/>
          </a:prstGeom>
          <a:noFill/>
          <a:ln w="25400">
            <a:solidFill>
              <a:srgbClr val="C9DE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2716" y="198424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442716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61488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61488" y="292608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section ownership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57416" y="2240280"/>
            <a:ext cx="246888" cy="0"/>
          </a:xfrm>
          <a:prstGeom prst="line">
            <a:avLst/>
          </a:prstGeom>
          <a:noFill/>
          <a:ln w="25400">
            <a:solidFill>
              <a:srgbClr val="C9DE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64124" y="198424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564124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82896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82896" y="292608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Introduction &amp; Background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78824" y="2240280"/>
            <a:ext cx="246888" cy="0"/>
          </a:xfrm>
          <a:prstGeom prst="line">
            <a:avLst/>
          </a:prstGeom>
          <a:noFill/>
          <a:ln w="25400">
            <a:solidFill>
              <a:srgbClr val="C9DE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5532" y="1984248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5532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04304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04304" y="292608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papers; drafted both Literature Reviews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806940" y="1984248"/>
            <a:ext cx="512064" cy="51206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2"/>
          <p:cNvSpPr/>
          <p:nvPr/>
        </p:nvSpPr>
        <p:spPr>
          <a:xfrm>
            <a:off x="9806940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•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25712" y="26060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25712" y="292608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(today); Discussion &amp; Proposed Approach next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24528"/>
            <a:ext cx="411480" cy="4114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417320" y="4041648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+ Background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160520" y="39776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4224528"/>
            <a:ext cx="411480" cy="4114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937760" y="4041648"/>
            <a:ext cx="23774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Lit. Reviews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with sources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7680960" y="397764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224528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58200" y="4041648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+ Proposed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in progress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Review: Privacy Risks in 6G Networks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8016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Sepehr Sheikholeslami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7393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73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54480" y="16459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security taxonomy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2011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et al. map privacy/security risk across physical, network, device, and application layers of 6G.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724912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4480" y="281635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at scale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318211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78-study systematic review connects technical privacy tools to regulatory frameworks like GDPR.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895344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554480" y="39867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itself as an attack surface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54480" y="43525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AI and LLM offloading introduce new risks — e.g. prompt leakage and model inversion.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close-reading pass on each source → paper summary files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9260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Review: Consumer Trust &amp; Ethical Concerns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28016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Carline Gu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73936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73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54480" y="16459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security and trust (Sharma, 2022)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2011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more connected devices per user emerge in 6G, users grow more skeptical due to rising privacy risk — though the paper leans more on engineering than user perspective.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724912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4480" y="281635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for sustainable society (Imoize et al., 2021)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54480" y="318211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technical opportunity, consumer trust issues arise from health concerns (EM radiation) and sustainability/maintenance challenges.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895344"/>
            <a:ext cx="110642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554480" y="398678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Ethical, human-centric sensing (Gardano et al., 2026)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554480" y="43525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ethical and human-centric issues in integrated sensing and communication (ISAC) in 6G — close reading in progress.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close-reading pass on each source → paper summary files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7739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9105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reading + paper summaries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1993392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reads full sources and writes .md summary files per the AAAI template.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645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7739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59105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Future Approach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178040" y="1993392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Carline develops a tiered consent model for network-level AI, addressing gaps found in both lit reviews.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4747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8770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69417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(whole team)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54480" y="4096512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both lit reviews together, compare findings, and surface open research gaps.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2200" y="34747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13315C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37490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387705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369417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hygiene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178040" y="4096512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personal branches + PRs going forward; keep commits small and descriptive.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GreenWave Networks - Week 9 Progress Update</dc:title>
  <dc:subject>PptxGenJS Presentation</dc:subject>
  <dc:creator>GreenWave Networks</dc:creator>
  <cp:lastModifiedBy>GreenWave Networks</cp:lastModifiedBy>
  <cp:revision>1</cp:revision>
  <dcterms:created xsi:type="dcterms:W3CDTF">2026-07-09T20:10:48Z</dcterms:created>
  <dcterms:modified xsi:type="dcterms:W3CDTF">2026-07-09T20:10:48Z</dcterms:modified>
</cp:coreProperties>
</file>